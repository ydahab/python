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display: flex makes .nav a flex container: logo and links become items.
2. space-between puts the first item at the left, the last at the right.
3. align-items: center centres the items vertically.
4. The links container is also flex; gap adds 18px between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flex-wrap: wrap lets items move to a new line instead of squashing.
2. gap sets the space between rows and columns.
3. flex: 1 1 150px = grow 1, shrink 1, ideal width 150px.
4. Result: each row fills the full width, and the last row stretches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flex-direction: column stacks items; now the main axis is vertical.
2. So justify-content centres vertically and align-items centres horizontally.
3. min-height gives the box room so there is something to centre inside.
4. linear-gradient() blends colours; it is used like a background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4: Flexbox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4: Flexbox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Layout with Flexbox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Arrange items in a row or column, align them and share the space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Lessons 1-3  |  ~50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parent into a flex container with display: flex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and space items with justify-content, align-items and gap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size items with flex-wrap and flex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container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element that has display: flex. It controls the layout of its children.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item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child of a flex container. Items line up in a row by default.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axis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items flow: horizontal for a row, vertical for a column.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axis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at right angles to the main axis.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is set on the PARENT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display: flex on the container and its direct children become flex items, lined up in a row. You almost never style the layout on the items themselves.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{ display: flex; }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axes, two properties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places items along the main axis. align-items places them along the cross axis. flex-direction: column swaps the two axes.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 / align-items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can grow, shrink and wrap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1 180px means: may grow, may shrink, ideal width 180px. With flex-wrap: wrap, items that do not fit move to the next line. gap adds space between items.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wrap; gap: 16px;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Main axis and cross axis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4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the main axis runs left to right, the cross axis top to bottom.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pushes the first and last items to the edges.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centres the items on the cross axis.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A navigation bar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and align-items: center in one flex container.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space-between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#1e2a78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.links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2209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class="logo" href="#"&gt;CodeClub&lt;/a&gt;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class="links"&gt;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href="#"&gt;Home&lt;/a&gt;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href="#"&gt;Projects&lt;/a&gt;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1338453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lesson4/example1/index.html</a:t>
            </a:r>
            <a:endParaRPr lang="en-US" sz="1100" dirty="0"/>
          </a:p>
        </p:txBody>
      </p:sp>
      <p:pic>
        <p:nvPicPr>
          <p:cNvPr id="29" name="a4_shot" descr="/home/user/Python/CSS_Course/assets/l4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936117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3340989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334098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3304413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makes .nav a flex container: logo and links become items.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3907917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390791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3871341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 puts the first item at the left, the last at the right.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4474845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447484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4438269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centres the items vertically.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041773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04177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005197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links container is also flex; gap adds 18px between links.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Cards that wrap and share space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1 180px lets cards grow, shrink and wrap onto new rows.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1 150px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class="cards"&gt;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class="card"&gt;Maths&lt;/div&gt;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lesson4/example2/index.html</a:t>
            </a:r>
            <a:endParaRPr lang="en-US" sz="1100" dirty="0"/>
          </a:p>
        </p:txBody>
      </p:sp>
      <p:pic>
        <p:nvPicPr>
          <p:cNvPr id="29" name="a4_shot" descr="/home/user/Python/CSS_Course/assets/l4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flex-wrap: wrap lets items move to a new line instead of squashing.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sets the space between rows and columns.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1 150px = grow 1, shrink 1, ideal width 150px.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row fills the full width, and the last row stretches too.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Centre anything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classic: centre content horizontally AND vertically with flexbox.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linear-gradient(blue, violet)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2209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class="hero"&gt;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&lt;p&gt;Centred with a few lines of CSS&lt;/p&gt;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742629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lesson4/example3/index.html</a:t>
            </a:r>
            <a:endParaRPr lang="en-US" sz="1100" dirty="0"/>
          </a:p>
        </p:txBody>
      </p:sp>
      <p:pic>
        <p:nvPicPr>
          <p:cNvPr id="29" name="a4_shot" descr="/home/user/Python/CSS_Course/assets/l4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2340293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745165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7451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708589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stacks items; now the main axis is vertical.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145357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14535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108781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justify-content centres vertically and align-items centres horizontally.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54555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545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08974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min-height gives the box room so there is something to centre inside.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45743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457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09167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linear-gradient() blends colours; it is used like a background image.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menus, cards and toolbars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bars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site menu is a flex container: logo on one side, links on the other, everything centred vertically.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rows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lists, photo galleries and team pages use wrapping flex rows that adapt to any screen width.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App-like screens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Toolbars, chat bubbles and buttons with icons use flex to line up an icon and text perfectly.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on a site you use, find an element showing a small 'flex' badge in the Elements panel, and click it to see the flex overlay.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display: flex; 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display: flex; 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goes on the PARENT. Setting it on the items does not arrange them.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expects horizontal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horizontal centring */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column, the axes swap: align-items now works horizontally.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centring needs height. 100vh means 100% of the viewport (window) height.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gap, not margins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spaces items evenly without extra space at the ends. It also works with wrapping.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row is the default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 defaults to row. Add column when you want a vertical stack.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with the overlay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shows the container, items and free space. It makes surprising layouts easy to explain.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 for one dimension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lays out a row OR a column. For rows AND columns together, use Grid (next lesson).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a team page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navigation bar and a row of three profile cards with flexbox.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.nav a flex container with the logo on the left, links on the right, centred vertically.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links container display: flex and gap: 16px.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.team a flex container with gap: 16px and flex-wrap: wrap.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.member flex: 1 1 180px, padding 20px, a light background and rounded corners.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the text inside each member by using flex-direction: column with align-items: center.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.avatar: a 60px circle (border-radius: 50%) in colour above each name.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223636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4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1834024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4293760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429376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header, sidebar, footer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full-page layout where the footer sticks to the bottom even with little content.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body a flex column with min-height: 100vh.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.layout a flex row; the sidebar is 160px wide and the main area takes the rest with flex: 1.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.layout grow to fill the free space (flex: 1) so the footer is pushed to the bottom.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header, aside, main and footer distinct background colours and padding.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layout stack in a column on narrow screens by using flex-wrap.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4800600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48006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7033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4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4800600" cy="274320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which element do you write display: flex: the parent or the children?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(container). Its direct children become flex items.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row, which property centres items vertically?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(it works on the cross axis).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flex: 1 1 200px mean?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= 1, shrink = 1, starting width (basis) = 200px.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on the parent turns children into flex items.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uses the main axis; align-items uses the cross axis.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swaps the axes.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gap, flex-wrap and flex give spacing, wrapping and flexible sizes.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is for one dimension; Grid is for rows and columns together.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5: CSS Grid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4: Flexbox</dc:title>
  <dc:subject>CSS for high-school students</dc:subject>
  <dc:creator>CSS for High School</dc:creator>
  <cp:lastModifiedBy>CSS for High School</cp:lastModifiedBy>
  <cp:revision>1</cp:revision>
  <dcterms:created xsi:type="dcterms:W3CDTF">2026-10-09T08:52:44Z</dcterms:created>
  <dcterms:modified xsi:type="dcterms:W3CDTF">2026-10-09T08:52:44Z</dcterms:modified>
</cp:coreProperties>
</file>