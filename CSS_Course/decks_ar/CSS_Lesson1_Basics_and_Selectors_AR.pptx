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محدِّد عنصر: ينسّق وسم &lt;body&gt; فيرث كل ما بداخله الخط.
2. font-family قائمة خطوط: يستخدم المتصفح أول خط متوفر، و sans-serif احتياطي آمن.
3. color: royalblue اسم لون (يوجد نحو 140 اسمًا).
4. #333333 لون سداسي عشري (أحمر وأخضر وأزرق بالنظام الستّ عشري): رمادي داكن.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.card محدِّد فئة (يبدأ بنقطة). أعد استخدامه على أي عدد من العناصر.
2. border اختصار: السماكة والنوع واللون في سطر واحد.
3. .badge فئة ثانية: تنسّق فقط العنصر الذي يحمل class="badge".
4. #title محدِّد معرِّف (يبدأ بـ #). استخدم المعرِّف مرة واحدة في الصفحة.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محدِّد سليل: كل رابط &lt;a&gt; داخل عنصر فئته nav.
2. text-decoration: none تزيل الخط الافتراضي أسفل الروابط.
3. :hover تُطبَّق فقط أثناء وقوف مؤشر الفأرة على الرابط.
4. وهي أكثر تحديدًا من .nav a، لذلك تفوز ألوانها عند التمرير.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1: الأساسيات والمحدِّدات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1: الأساسيات والمحدِّدات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1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أساسيات CSS والمحدِّدات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علّم المتصفح كيف ينبغي أن تبدو صفحات HTML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أساسيات HTML  |  نحو 45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ما هي CSS وكيف تختلف عن HTML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كتابة قاعدة CSS من محدِّد وخاصية وقيمة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استهداف العناصر بمحدِّدات العنصر والفئة (class) والمعرِّف (ID)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(أوراق الأنماط المتتالية): اللغة التي تصف شكل عناصر HTML.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المحدِّد: الجزء من القاعدة الذي يختار العناصر المراد تنسيقها، مثل h1 أو ‎.card‎.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الخاصية: ما تريد تغييره، مثل color أو font-size.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الإعلان: خاصية وقيمتها على الشكل property: value; وينتهي بفاصلة منقوطة.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تبني وCSS تُزيّن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تقول HTML ما هو الشيء: عنوان أو فقرة أو رابط. وتقول CSS كيف يبدو: لونه وحجمه وتباعده وموضعه. وفصلهما يجعل تعديل الصفحات أسهل.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blue; }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 طرق لإضافة CSS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مضمّنة: خاصية style على وسم واحد. داخلية: كتلة &lt;style&gt; في الصفحة. خارجية: ملف ‎.css‎ منفصل يُربط بوسم &lt;link&gt;. الخارجية أفضلها لأن ملفًا واحدًا ينسّق كل الصفحات.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التتالي (cascade) يحسم الخلاف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حين تتعارض قاعدتان يختار المتصفح إحداهما. يفوز المحدِّد الأكثر تحديدًا (المعرِّف ثم الفئة ثم العنصر)، وعند التساوي تفوز القاعدة المكتوبة لاحقًا.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  &gt;  .class  &gt;  element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تشريح قاعدة CSS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1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المحدِّد: يحدّد أي العناصر سيُنسَّق.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الخاصية: ما تريد تغييره. القيمة: كيف تريد تغييره.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الأقواس المعقوفة { } تحتوي الإعلانات، وينتهي كل إعلان بفاصلة منقوطة.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محدِّدات العناصر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محدِّد العنصر هو اسم الوسم نفسه، وينسّق كل عناصر ذلك النوع.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#f4f6ff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royalblue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#333333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3573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357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&lt;h1&gt;My Favourite Sport&lt;/h1&gt;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&lt;p&gt;Football is played by two teams of eleven players.&lt;/p&gt;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&lt;p&gt;Training starts at 4 pm.&lt;/p&gt;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1096975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1096975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27985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148102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68219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2011375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2121103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lesson1/example1/index.html</a:t>
            </a:r>
            <a:endParaRPr lang="en-US" sz="1100" dirty="0"/>
          </a:p>
        </p:txBody>
      </p:sp>
      <p:pic>
        <p:nvPicPr>
          <p:cNvPr id="29" name="a4_shot" descr="/home/user/Python/CSS_Course/assets/l1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75" y="2185416"/>
            <a:ext cx="469392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محدِّد عنصر: ينسّق وسم &lt;body&gt; فيرث كل ما بداخله الخط.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 قائمة خطوط: يستخدم المتصفح أول خط متوفر، و sans-serif احتياطي آمن.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royalblue اسم لون (يوجد نحو 140 اسمًا).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‎#333333‎ لون سداسي عشري (أحمر وأخضر وأزرق بالنظام الستّ عشري): رمادي داكن.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الفئة والمعرِّف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الفئة (‎.name‎) لمجموعات العناصر، والمعرِّف (‎#name‎) لعنصر فريد.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.badge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gold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2209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5163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id="title"&gt;Coding Club&lt;/h2&gt;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&lt;p&gt;Meets on Tuesday. &lt;span class="badge"&gt;New&lt;/span&gt;&lt;/p&gt;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935116" y="1783080"/>
            <a:ext cx="4855779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935116" y="1783080"/>
            <a:ext cx="4855779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117996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1319164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520332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849516" y="1847088"/>
            <a:ext cx="3758499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959244" y="1847088"/>
            <a:ext cx="3575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lesson1/example2/index.html</a:t>
            </a:r>
            <a:endParaRPr lang="en-US" sz="1100" dirty="0"/>
          </a:p>
        </p:txBody>
      </p:sp>
      <p:pic>
        <p:nvPicPr>
          <p:cNvPr id="29" name="a4_shot" descr="/home/user/Python/CSS_Course/assets/l1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116" y="2185416"/>
            <a:ext cx="4855779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‎.card‎ محدِّد فئة (يبدأ بنقطة). أعد استخدامه على أي عدد من العناصر.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اختصار: السماكة والنوع واللون في سطر واحد.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‎.badge‎ فئة ثانية: تنسّق فقط العنصر الذي يحمل class="badge".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‎#title‎ محدِّد معرِّف (يبدأ بـ #). استخدم المعرِّف مرة واحدة في الصفحة.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الأصناف الزائفة والأولوية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الصنف الزائف (pseudo-class) مثل ‎:hover‎ ينسّق العنصر وهو في حالة معيّنة.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a:hover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href="#"&gt;Home&lt;/a&gt;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href="#"&gt;Games&lt;/a&gt;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18095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lesson1/example3/index.html</a:t>
            </a:r>
            <a:endParaRPr lang="en-US" sz="1100" dirty="0"/>
          </a:p>
        </p:txBody>
      </p:sp>
      <p:pic>
        <p:nvPicPr>
          <p:cNvPr id="29" name="a4_shot" descr="/home/user/Python/CSS_Course/assets/l1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1778622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18349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18349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146918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محدِّد سليل: كل رابط &lt;a&gt; داخل عنصر فئته nav.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4724105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47241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4687529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text-decoration: none تزيل الخط الافتراضي أسفل الروابط.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264715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2647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228139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‎:hover‎ تُطبَّق فقط أثناء وقوف مؤشر الفأرة على الرابط.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80532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8053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768750"/>
            <a:ext cx="4894783" cy="52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وهي أكثر تحديدًا من ‎.nav‎ a، لذلك تفوز ألوانها عند التمرير.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ورقة أنماط واحدة لموقع كامل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بوابة المدرسة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ورقة أنماط خارجية واحدة تمنح كل الصفحات الألوان والخطوط نفسها، فيبدو الموقع كيانًا واحدًا.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موقع أخبار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فئة مثل ‎.headline‎ تُكتب مرة واحدة وتُستخدم في مئات المقالات. غيّرها مرة فتتغير كلها.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السمات والوضع الداكن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بتغيير بضع قواعد يتبدّل مظهر الموقع كله. المحدِّدات وسيلة المصمم لاستهداف ما يريد بدقة.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أي موقع واضغط F12 (أو انقر بالزر الأيمن ثم Inspect)، وانقر على عنصر، واقرأ القواعد في لوحة Styles. جرّب تعديل لون مباشرة.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blue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يحتاج الإعلان إلى نقطتين بين الخاصية والقيمة، وإلى فاصلة منقوطة في نهايته.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id="title"&gt;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.title { color: red; }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id="title"&gt;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 { color: red; }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يجب أن يطابق الرمز ما في HTML: # للمعرِّف و . للفئة، وإلا لن يتطابق شيء.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colour: red;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تستخدم CSS الإملاء الأمريكي (color). الخصائص غير المعروفة تُتجاهل بصمت، فراجع الإملاء أولًا.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ورقة أنماط خارجية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CSS في style.css واربطه بكل صفحة. تعديل واحد يحدّث الموقع كله.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فضّل الفئات على المعرِّفات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الفئات قابلة لإعادة الاستخدام وأسهل في التجاوز. اترك المعرِّفات للحالات الفريدة.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افحص ثم جرّب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F12 لترى القواعد المطبّقة على العنصر، وجرّب التعديلات مباشرة قبل تغيير ملفك.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علّق ونسّق بترتيب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/* ملاحظات */ لنفسك. إعلان في كل سطر، ومسافتان للإزاحة، وفاصلة منقوطة في النهاية.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نسّق بطاقة تعريف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مجلد البداية وعدّل style.css. شيفرة HTML جاهزة، وأنت تكتب CSS.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body: الخط Arial, sans-serif، وخلفية فاتحة، وحشو (padding) مقداره 24px.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‎.profile‎ بطاقة بيضاء بإطار أزرق 2px solid، وزوايا مدوّرة 12px، وحشو 20px، وعرض 300px.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محدِّد المعرِّف ‎#name‎ لتلوين العنوان بالأزرق.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‎.role‎ وردي اللون وغامقًا (font-weight: bold).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حوّل ‎.btn‎ إلى زر أزرق بنص أبيض، ثم غيّر خلفيته عند ‎:hover‎.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فئة ثانية لعنصر واحد وأعطها قاعدة خاصة.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302237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1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620034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5079770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507977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قائمة نوادي المدرسة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القائمة بالمحدِّدات التي تعرفها فقط، دون تعديل HTML.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li يحصل على حشو وزوايا مدوّرة وبلا نقاط (list-style: none).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النوادي ذات الفئة open خلفيتها خضراء فاتحة ونصها أخضر داكن.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النوادي ذات الفئة full رمادية مع text-decoration: line-through.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العنصر ذو المعرِّف featured خلفيته ذهبية. هل يتغلب على ‎.open‎؟ ولماذا؟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li:hover ليحصل النادي الذي يمرّ عليه المؤشر على إطار أزرق.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548640" y="1828800"/>
            <a:ext cx="5059375" cy="302237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lesson1/challenge/solution/index.html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1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620034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5079770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507977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الرمز الذي تبدأ به الفئة، وما الذي يبدأ به المعرِّف؟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النقطة (.) للفئة، وعلامة # للمعرِّف.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الخطأ في هذه القاعدة؟   h1 { color blue }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ينقصها النقطتان والفاصلة المنقوطة. الصحيح: h1 { color: blue; }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لفقرة class="note" توجد القاعدتان p { color: red; } و ‎.note‎ { color: green; }. أي لون يفوز؟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الأخضر. محدِّد الفئة أكثر تحديدًا من محدِّد العنصر.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تتحكم في شكل الصفحة، وHTML في معناها.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القاعدة = محدِّد + إعلانات { خاصية: قيمة; }.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محدِّد العنصر يستهدف الوسوم، و ‎.class‎ المجموعات، و ‎#id‎ عنصرًا واحدًا.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الأصناف الزائفة مثل ‎:hover‎ تنسّق حالة العنصر.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التعارض يفوز الأكثر تحديدًا، وعند التساوي تفوز القاعدة اللاحقة.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code/lesson1/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2: الألوان والخطوط والنص (ومتغيّرات CSS)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1: الأساسيات والمحدِّدات</dc:title>
  <dc:subject>CSS for high-school students</dc:subject>
  <dc:creator>CSS for High School</dc:creator>
  <cp:lastModifiedBy>CSS for High School</cp:lastModifiedBy>
  <cp:revision>1</cp:revision>
  <dcterms:created xsi:type="dcterms:W3CDTF">2026-10-09T08:52:50Z</dcterms:created>
  <dcterms:modified xsi:type="dcterms:W3CDTF">2026-10-09T08:52:50Z</dcterms:modified>
</cp:coreProperties>
</file>