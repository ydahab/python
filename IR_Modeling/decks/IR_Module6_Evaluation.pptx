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6: Evaluation and Relevance Judgments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6: Evaluation and Relevance Judgments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Evaluation and Relevance Judgments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How we know one ranking is better than another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test collection approach and how relevance judgments are gathered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precision at k, reciprocal rank, average precision and nDCG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metric that matches how users consume results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limits of offline and online evaluation, including bias and significance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evaluation comes first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mislead.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ranking that looks good on three favorite queries may be worse overall.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knobs.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choices, weights, k1, b and models all change results. Without measurement we tune blindly.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repeatability.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benchmark lets us compare changes fairly over time.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user meaning.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must connect to what users value, or we optimize the wrong thing.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view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metrics as the loss function of the whole project. Everything in Modules 2 to 5 is tuned against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test collection (Cranfield) approach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collection that does not change between experiments.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realistic queries, each with a description of the need.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label documents as relevant or give grades, for each topic.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systems, compare their ranked lists with the labels, average across topics.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created once and reused for every future system, so experiments are cheap, controlled and repeatable.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Getting judgments: pooling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problem.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judge every document for every query.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top results from several different systems, merge them into a pool and judge only that pool.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Unjudged documents are treated as not relevant.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system that finds relevant documents no pooled system retrieved is unfairly penalized.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systems in the pool reduce the bias, and graded labels capture how useful an answer is rather than only yes or 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Rank-based metrics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P@k = (relevant in top k) / k        RR = 1 / rank of first relevant</a:t>
            </a:r>
            <a:endParaRPr lang="en-US" sz="21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12724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127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P@k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12724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depth k. Simple, but ignores order within the top k.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69417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6941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RR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6941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rank: rewards finding one good answer early.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26110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2611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MRR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26110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RR over queries.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74320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85292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83464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queries have the first relevant result at ranks 1, 3 and 2. RR values are 1, 0.33 and 0.5, so MRR = 1.83 / 3 = 0.61. MRR suits lookups with a single right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Graded relevance: nDCG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DCG = Σ relᵢ / log₂(i + 1)        nDCG = DCG / IDCG</a:t>
            </a:r>
            <a:endParaRPr lang="en-US" sz="22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12724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127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relᵢ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12724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(relevance grade) of the result at position i.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69417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6941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log₂(i+1)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6941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lower positions count less, since users read top results most.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26110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2611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26110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 of the ideal ordering, so scores fall between 0 and 1.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74320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85292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83464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normalize?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queries have different best possible scores. Dividing by the ideal ordering makes queries comparable and averageable.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nDCG worked example</a:t>
            </a:r>
            <a:endParaRPr lang="en-US" sz="3200" dirty="0"/>
          </a:p>
        </p:txBody>
      </p:sp>
      <p:graphicFrame>
        <p:nvGraphicFramePr>
          <p:cNvPr id="9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554480"/>
                <a:gridCol w="1554480"/>
                <a:gridCol w="1554480"/>
                <a:gridCol w="17647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of returned 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Discounted gain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3.00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1.26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0.00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0.43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4.69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order (3, 2, 1, 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3.00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1.26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0.50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0.00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4.76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3877056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3986784"/>
            <a:ext cx="64008" cy="9692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3968496"/>
            <a:ext cx="10682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= 4.69 / 4.76 = 0.99. The only mistake is that the grade 1 document is below the grade 0 document, a small penalty because it sits low in the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Average precision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AP = (1 / R) Σ P@k × rel(k)</a:t>
            </a:r>
            <a:endParaRPr lang="en-US" sz="28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6440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64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644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relevant documents for the query.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83133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831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P@k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8313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each rank k where a relevant document appears.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9826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98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MAP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982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AP across all queries.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88036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99008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97180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relevant documents appear at ranks 1, 3 and 5 out of R = 3. Precisions are 1/1, 2/3 and 3/5. AP = (1 + 0.67 + 0.60) / 3 = 0.76. Missing relevant documents lowers AP, so it rewards both early and complete retrieval.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Choosing a metric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Known-item or QA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right answer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MRR or success at k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research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partly useful results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nDCG or average precision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Recall-critical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or patent search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recall at depth and cost of review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093208"/>
            <a:ext cx="64008" cy="10607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07492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encodes an assumption about the user. Pick the one whose assumption matches the product.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Online evaluation and its biases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two systems to different users and compare behavior such as clicks, reformulations and task completion.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click top results more regardless of quality, so raw clicks overstate the top.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are not relevance.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snippets earn clicks, and good answers shown in snippets earn none.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results from two rankers into one list and see which gets credit, which needs fewer users.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Pitfalls in practice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systems are averages over queries. Use paired tests at query level to see whether a gain is more than noise.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repeatedly on one set of topics fits its quirks. Hold out separate topics.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mismatch.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wins on nDCG may still feel worse if it ignores freshness or diversity.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checks.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can hide failures on rare or sensitive queries.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effect sizes and confidence along with the mean, and review actual failures by hand.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collections give repeatable comparisons using documents, topics and judgments.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makes judging affordable but can undercount results from new systems.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suits single-answer tasks. nDCG handles graded relevance and position discount.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offline metrics with online tests, and check significance and bias.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assembles retrieval and ranking into a production system.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nDCG divided by the ideal DCG?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6: Evaluation and Relevance Judgments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